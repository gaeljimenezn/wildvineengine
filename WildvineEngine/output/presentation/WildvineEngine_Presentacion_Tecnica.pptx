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84138329724e71" /><Relationship Type="http://schemas.openxmlformats.org/officeDocument/2006/relationships/extended-properties" Target="/docProps/app.xml" Id="R1c08b889c7964ea7" /><Relationship Type="http://schemas.openxmlformats.org/officeDocument/2006/relationships/officeDocument" Target="/ppt/presentation.xml" Id="R85966d61cda2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a64cea51c4cc2"/>
  </p:sldMasterIdLst>
  <p:notesMasterIdLst>
    <p:notesMasterId xmlns:r="http://schemas.openxmlformats.org/officeDocument/2006/relationships" r:id="R4a7be12222ed4006"/>
  </p:notesMasterIdLst>
  <p:sldIdLst>
    <p:sldId xmlns:r="http://schemas.openxmlformats.org/officeDocument/2006/relationships" id="256" r:id="R6c4b6e48d50c4707"/>
    <p:sldId xmlns:r="http://schemas.openxmlformats.org/officeDocument/2006/relationships" id="257" r:id="R05671356f1bc4673"/>
    <p:sldId xmlns:r="http://schemas.openxmlformats.org/officeDocument/2006/relationships" id="258" r:id="Rb3a72fb0d3ba4db7"/>
    <p:sldId xmlns:r="http://schemas.openxmlformats.org/officeDocument/2006/relationships" id="259" r:id="Rfb61e0c4207e4d67"/>
    <p:sldId xmlns:r="http://schemas.openxmlformats.org/officeDocument/2006/relationships" id="260" r:id="R5b02fd6a98724a10"/>
    <p:sldId xmlns:r="http://schemas.openxmlformats.org/officeDocument/2006/relationships" id="261" r:id="R0fee8de921ab4af6"/>
    <p:sldId xmlns:r="http://schemas.openxmlformats.org/officeDocument/2006/relationships" id="262" r:id="R32fdc244ab014d3a"/>
    <p:sldId xmlns:r="http://schemas.openxmlformats.org/officeDocument/2006/relationships" id="263" r:id="R76ffb07ce8c84b65"/>
    <p:sldId xmlns:r="http://schemas.openxmlformats.org/officeDocument/2006/relationships" id="264" r:id="Ra2c58e6eb9a2429a"/>
    <p:sldId xmlns:r="http://schemas.openxmlformats.org/officeDocument/2006/relationships" id="265" r:id="R068c4510c3fb47de"/>
    <p:sldId xmlns:r="http://schemas.openxmlformats.org/officeDocument/2006/relationships" id="266" r:id="R99845eba2b874997"/>
    <p:sldId xmlns:r="http://schemas.openxmlformats.org/officeDocument/2006/relationships" id="267" r:id="Rbaa483c97fc846c3"/>
    <p:sldId xmlns:r="http://schemas.openxmlformats.org/officeDocument/2006/relationships" id="268" r:id="Rf4a4f0815a0c49f9"/>
    <p:sldId xmlns:r="http://schemas.openxmlformats.org/officeDocument/2006/relationships" id="269" r:id="R23a851505d414b9a"/>
    <p:sldId xmlns:r="http://schemas.openxmlformats.org/officeDocument/2006/relationships" id="270" r:id="Rcabe643584ca4135"/>
    <p:sldId xmlns:r="http://schemas.openxmlformats.org/officeDocument/2006/relationships" id="271" r:id="R81be7a970f6a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bbbb1ea0594d85" /><Relationship Type="http://schemas.openxmlformats.org/officeDocument/2006/relationships/slideMaster" Target="/ppt/slideMasters/slideMaster1.xml" Id="R686a64cea51c4cc2" /><Relationship Type="http://schemas.openxmlformats.org/officeDocument/2006/relationships/notesMaster" Target="/ppt/notesMasters/notesMaster1.xml" Id="R4a7be12222ed4006" /><Relationship Type="http://schemas.openxmlformats.org/officeDocument/2006/relationships/presProps" Target="/ppt/presProps.xml" Id="R52920560c2594aa4" /><Relationship Type="http://schemas.openxmlformats.org/officeDocument/2006/relationships/tableStyles" Target="/ppt/tableStyles.xml" Id="Rd2e9472349914474" /><Relationship Type="http://schemas.openxmlformats.org/officeDocument/2006/relationships/slide" Target="/ppt/slides/slide1.xml" Id="R6c4b6e48d50c4707" /><Relationship Type="http://schemas.openxmlformats.org/officeDocument/2006/relationships/slide" Target="/ppt/slides/slide2.xml" Id="R05671356f1bc4673" /><Relationship Type="http://schemas.openxmlformats.org/officeDocument/2006/relationships/slide" Target="/ppt/slides/slide3.xml" Id="Rb3a72fb0d3ba4db7" /><Relationship Type="http://schemas.openxmlformats.org/officeDocument/2006/relationships/slide" Target="/ppt/slides/slide4.xml" Id="Rfb61e0c4207e4d67" /><Relationship Type="http://schemas.openxmlformats.org/officeDocument/2006/relationships/slide" Target="/ppt/slides/slide5.xml" Id="R5b02fd6a98724a10" /><Relationship Type="http://schemas.openxmlformats.org/officeDocument/2006/relationships/slide" Target="/ppt/slides/slide6.xml" Id="R0fee8de921ab4af6" /><Relationship Type="http://schemas.openxmlformats.org/officeDocument/2006/relationships/slide" Target="/ppt/slides/slide7.xml" Id="R32fdc244ab014d3a" /><Relationship Type="http://schemas.openxmlformats.org/officeDocument/2006/relationships/slide" Target="/ppt/slides/slide8.xml" Id="R76ffb07ce8c84b65" /><Relationship Type="http://schemas.openxmlformats.org/officeDocument/2006/relationships/slide" Target="/ppt/slides/slide9.xml" Id="Ra2c58e6eb9a2429a" /><Relationship Type="http://schemas.openxmlformats.org/officeDocument/2006/relationships/slide" Target="/ppt/slides/slide10.xml" Id="R068c4510c3fb47de" /><Relationship Type="http://schemas.openxmlformats.org/officeDocument/2006/relationships/slide" Target="/ppt/slides/slide11.xml" Id="R99845eba2b874997" /><Relationship Type="http://schemas.openxmlformats.org/officeDocument/2006/relationships/slide" Target="/ppt/slides/slide12.xml" Id="Rbaa483c97fc846c3" /><Relationship Type="http://schemas.openxmlformats.org/officeDocument/2006/relationships/slide" Target="/ppt/slides/slide13.xml" Id="Rf4a4f0815a0c49f9" /><Relationship Type="http://schemas.openxmlformats.org/officeDocument/2006/relationships/slide" Target="/ppt/slides/slide14.xml" Id="R23a851505d414b9a" /><Relationship Type="http://schemas.openxmlformats.org/officeDocument/2006/relationships/slide" Target="/ppt/slides/slide15.xml" Id="Rcabe643584ca4135" /><Relationship Type="http://schemas.openxmlformats.org/officeDocument/2006/relationships/slide" Target="/ppt/slides/slide16.xml" Id="R81be7a970f6a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3be52a16a348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5d393dbe444c8f" /><Relationship Type="http://schemas.openxmlformats.org/officeDocument/2006/relationships/notesMaster" Target="/ppt/notesMasters/notesMaster1.xml" Id="R3b9f1b2c48fb41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b76d2b7ec5458c" /><Relationship Type="http://schemas.openxmlformats.org/officeDocument/2006/relationships/notesMaster" Target="/ppt/notesMasters/notesMaster1.xml" Id="R3761b429b05543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0f463dc7a4252" /><Relationship Type="http://schemas.openxmlformats.org/officeDocument/2006/relationships/notesMaster" Target="/ppt/notesMasters/notesMaster1.xml" Id="R3205e282d439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fced9e50404a80" /><Relationship Type="http://schemas.openxmlformats.org/officeDocument/2006/relationships/notesMaster" Target="/ppt/notesMasters/notesMaster1.xml" Id="Rb30f0dc789224e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5a5308b8ea40d4" /><Relationship Type="http://schemas.openxmlformats.org/officeDocument/2006/relationships/notesMaster" Target="/ppt/notesMasters/notesMaster1.xml" Id="R577e37c24dac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123ffa54f84f1e" /><Relationship Type="http://schemas.openxmlformats.org/officeDocument/2006/relationships/notesMaster" Target="/ppt/notesMasters/notesMaster1.xml" Id="Redb876b228aa43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028df3e4f647bd" /><Relationship Type="http://schemas.openxmlformats.org/officeDocument/2006/relationships/notesMaster" Target="/ppt/notesMasters/notesMaster1.xml" Id="Re58f469626af4f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324dea66a3473c" /><Relationship Type="http://schemas.openxmlformats.org/officeDocument/2006/relationships/notesMaster" Target="/ppt/notesMasters/notesMaster1.xml" Id="Rb50a5cbf577e4f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83b69f8b684634" /><Relationship Type="http://schemas.openxmlformats.org/officeDocument/2006/relationships/notesMaster" Target="/ppt/notesMasters/notesMaster1.xml" Id="R25bf3ef060454e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69818d04934e1e" /><Relationship Type="http://schemas.openxmlformats.org/officeDocument/2006/relationships/notesMaster" Target="/ppt/notesMasters/notesMaster1.xml" Id="R3bee3920894142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39cdaae0a84f05" /><Relationship Type="http://schemas.openxmlformats.org/officeDocument/2006/relationships/notesMaster" Target="/ppt/notesMasters/notesMaster1.xml" Id="R7cfaf1ec36e241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41f5585354441f" /><Relationship Type="http://schemas.openxmlformats.org/officeDocument/2006/relationships/notesMaster" Target="/ppt/notesMasters/notesMaster1.xml" Id="Ra273a9c7b8e14a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c9d60655a746e8" /><Relationship Type="http://schemas.openxmlformats.org/officeDocument/2006/relationships/notesMaster" Target="/ppt/notesMasters/notesMaster1.xml" Id="Rf9d13b5dc01d40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dd436bc35947c8" /><Relationship Type="http://schemas.openxmlformats.org/officeDocument/2006/relationships/notesMaster" Target="/ppt/notesMasters/notesMaster1.xml" Id="R7bbc8330c3524b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0acd9bedf543cb" /><Relationship Type="http://schemas.openxmlformats.org/officeDocument/2006/relationships/notesMaster" Target="/ppt/notesMasters/notesMaster1.xml" Id="Rb1cf004f89aa41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c45746e67743af" /><Relationship Type="http://schemas.openxmlformats.org/officeDocument/2006/relationships/notesMaster" Target="/ppt/notesMasters/notesMaster1.xml" Id="R4307f4e5286242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explicando que se seleccionaron cuatro herramientas completas de la tabla y que cada una se integró al editor, al ciclo del frame y a los subsistemas del motor.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 de WildvineEngine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que se implementaron todas las opciones. Explicar que se priorizó completar cuatro recorridos de extremo a extremo.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C:/Users/carlo/AppData/Local/Temp/codex-clipboard-060f4be0-a4ca-468d-8900-74b1c3f80274.png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desacoplamiento por solicitudes y por qué el orden del frame evita usar transformaciones o límites del frame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A:/Proyectos/WildvineEngine/WildvineEngine/include/BaseApp.h</a:t>
            </a:r>
          </a:p>
          <a:p xmlns:a="http://schemas.openxmlformats.org/drawingml/2006/main">
            <a:r>
              <a:t>- A:/Proyectos/WildvineEngine/WildvineEngine/source/BaseApp.cpp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con un actor: enseñar TRS original, pulsar Play, dejar que se mueva y pulsar Stop para recuperar el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A:/Proyectos/WildvineEngine/WildvineEngine/include/ECS/RuntimeBehaviorComponent.h</a:t>
            </a:r>
          </a:p>
          <a:p xmlns:a="http://schemas.openxmlformats.org/drawingml/2006/main">
            <a:r>
              <a:t>- A:/Proyectos/WildvineEngine/WildvineEngine/source/BaseApp.cpp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como defensa del alcance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 de WildvineEngine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existe un solo AudioSystem pero múltiples fuentes. DirectXTK resuelve reproducción; el motor integra ECS, GUI y escena.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A:/Proyectos/WildvineEngine/WildvineEngine/include/Utilities/AudioSystem.h</a:t>
            </a:r>
          </a:p>
          <a:p xmlns:a="http://schemas.openxmlformats.org/drawingml/2006/main">
            <a:r>
              <a:t>- A:/Proyectos/WildvineEngine/WildvineEngine/include/ECS/AudioSourceComponent.h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Mover la cámara durante la demostración y comparar el 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 de WildvineEngine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Subrayar que no se crea un actor por partícula: todas pertenecen al componente emisor para reducir overhead.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A:/Proyectos/WildvineEngine/WildvineEngine/include/ECS/ParticleEmitterComponent.h</a:t>
            </a:r>
          </a:p>
          <a:p xmlns:a="http://schemas.openxmlformats.org/drawingml/2006/main">
            <a:r>
              <a:t>- A:/Proyectos/WildvineEngine/WildvineEngine/source/ECS/ParticleEmitterComponent.cpp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cambiar la forma solo cambia el muestreo inicial; vida, fuerzas, interpolación y render siguen siendo comunes.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 de WildvineEngine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WRITE_DISCARD sustituye todo el contenido porque los vértices cambian cada frame. Right y Up hacen que cada quad mire a cámara.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A:/Proyectos/WildvineEngine/WildvineEngine/bin/Particle.hlsl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Aplicar Sparks, pulsar Trigger Burst y después guardar. Reiniciar el motor y demostrar que la configuración se restauró.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C:/Users/carlo/AppData/Local/Temp/codex-clipboard-e3d540f6-a083-41fa-afe2-868590ceec1d.png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Aclarar: Octree organiza el espacio; frustum decide visibilidad. No es occlusion culling porque no detecta objetos tapados.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A:/Proyectos/WildvineEngine/WildvineEngine/include/SceneGraph/Octree.h</a:t>
            </a:r>
          </a:p>
          <a:p xmlns:a="http://schemas.openxmlformats.org/drawingml/2006/main">
            <a:r>
              <a:t>- A:/Proyectos/WildvineEngine/WildvineEngine/source/SceneGraph/Octree.cpp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Girar la cámara. Comparar objetos visibles y descartados. No prometer un porcentaje sin una prueba controlada con la misma escena.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C:/Users/carlo/AppData/Local/Temp/codex-clipboard-34eff98a-ab3b-4bdb-98b1-3d4e14f14d47.png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tabla para cerrar la relación con el DoD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 de WildvineEngine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con alcance exacto. Una limitación reconocida y explicada es más defendible que atribuir al sistema capacidades inexistentes.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 de WildvineEngine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el resultado con la decisión inicial: profundidad en cuatro sistemas en lugar de ocho implementaciones superficiales.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 de WildvineEngine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2ec4bea7446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6a2aac03d14ae4" /><Relationship Type="http://schemas.openxmlformats.org/officeDocument/2006/relationships/slideLayout" Target="/ppt/slideLayouts/slideLayout1.xml" Id="R12a7354e8b85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a7354e8b85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0e4ce0e884ace" /><Relationship Type="http://schemas.openxmlformats.org/officeDocument/2006/relationships/notesSlide" Target="/ppt/notesSlides/notesSlide1.xml" Id="Rf905b827531d47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4173a28404660" /><Relationship Type="http://schemas.openxmlformats.org/officeDocument/2006/relationships/image" Target="/ppt/media/image.png" Id="R79c090b3f2334ef7" /><Relationship Type="http://schemas.openxmlformats.org/officeDocument/2006/relationships/notesSlide" Target="/ppt/notesSlides/notesSlide2.xml" Id="R6d84eb1cc64e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b86beb1404878" /><Relationship Type="http://schemas.openxmlformats.org/officeDocument/2006/relationships/notesSlide" Target="/ppt/notesSlides/notesSlide3.xml" Id="Rff3b497a35a54a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6ee4e51af4444" /><Relationship Type="http://schemas.openxmlformats.org/officeDocument/2006/relationships/notesSlide" Target="/ppt/notesSlides/notesSlide4.xml" Id="R389fd4058c9e4b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c9b4e68ea468d" /><Relationship Type="http://schemas.openxmlformats.org/officeDocument/2006/relationships/notesSlide" Target="/ppt/notesSlides/notesSlide5.xml" Id="Raa79bef78f6646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3070b49b240db" /><Relationship Type="http://schemas.openxmlformats.org/officeDocument/2006/relationships/notesSlide" Target="/ppt/notesSlides/notesSlide6.xml" Id="R29efae0631f34c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821ee2fa34291" /><Relationship Type="http://schemas.openxmlformats.org/officeDocument/2006/relationships/notesSlide" Target="/ppt/notesSlides/notesSlide7.xml" Id="R0370188a319142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7cc0283394e6e" /><Relationship Type="http://schemas.openxmlformats.org/officeDocument/2006/relationships/notesSlide" Target="/ppt/notesSlides/notesSlide8.xml" Id="Re2188914c36042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b9adad9ba4b03" /><Relationship Type="http://schemas.openxmlformats.org/officeDocument/2006/relationships/notesSlide" Target="/ppt/notesSlides/notesSlide9.xml" Id="R6455593bd34746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8ca2c0cf24e53" /><Relationship Type="http://schemas.openxmlformats.org/officeDocument/2006/relationships/notesSlide" Target="/ppt/notesSlides/notesSlide10.xml" Id="R581f1a28e9c84e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4d2ff224d463f" /><Relationship Type="http://schemas.openxmlformats.org/officeDocument/2006/relationships/image" Target="/ppt/media/image2.png" Id="Rc2b365dc2f374f57" /><Relationship Type="http://schemas.openxmlformats.org/officeDocument/2006/relationships/notesSlide" Target="/ppt/notesSlides/notesSlide11.xml" Id="Rf2e7b591044e46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89c5899df408c" /><Relationship Type="http://schemas.openxmlformats.org/officeDocument/2006/relationships/notesSlide" Target="/ppt/notesSlides/notesSlide12.xml" Id="R3ca3b06a22e04e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09de1796f414a" /><Relationship Type="http://schemas.openxmlformats.org/officeDocument/2006/relationships/image" Target="/ppt/media/image3.png" Id="Rb569bd7809e04029" /><Relationship Type="http://schemas.openxmlformats.org/officeDocument/2006/relationships/notesSlide" Target="/ppt/notesSlides/notesSlide13.xml" Id="R8f5815b835da49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c92cffe7b4c6a" /><Relationship Type="http://schemas.openxmlformats.org/officeDocument/2006/relationships/notesSlide" Target="/ppt/notesSlides/notesSlide14.xml" Id="Rccddcb6e897e46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f16dc94864b06" /><Relationship Type="http://schemas.openxmlformats.org/officeDocument/2006/relationships/notesSlide" Target="/ppt/notesSlides/notesSlide15.xml" Id="Rbb02154639b34a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5a5a38b4641d8" /><Relationship Type="http://schemas.openxmlformats.org/officeDocument/2006/relationships/notesSlide" Target="/ppt/notesSlides/notesSlide16.xml" Id="Rdf7c15161c56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4D485-9C26-44EC-904A-6124B9E8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WILDVINE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CAFF3-5FE8-4CF8-A427-007D0EE2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38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Arquitectura técnica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 cuatro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51CCD-4844-42B0-BF45-228882C9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Play/Stop · audio espacial · partículas · culling y Octree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C36F6-3035-4DC8-8D9A-88D89683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171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96123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2E558-C7C5-45B9-AA0C-DCC4617F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alcance cubre cuatro áreas distintas del motor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F9666-4194-4C98-8A38-0F8ECDB6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090b3f2334ef7"/>
          <a:stretch xmlns:a="http://schemas.openxmlformats.org/drawingml/2006/main"/>
        </p:blipFill>
        <p:spPr>
          <a:xfrm xmlns:a="http://schemas.openxmlformats.org/drawingml/2006/main">
            <a:off x="400050" y="1939110"/>
            <a:ext cx="6191250" cy="345603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2EF99-1E4D-4A3A-8914-4AEB8266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A29EE-7335-4BE8-A185-0D70BBD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210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Runtime: Play/Stop y comportamiento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DD3A3-75B1-4EC1-9247-6D4621F5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0A631-BCAC-46C8-A22D-3BF6A29C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4210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Sonido: fuente y listener espacial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53F76-F1C9-4E21-864B-16F5C12F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8DD64-B199-420D-9DA2-38F78E0E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4210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VFX: emisión, simulación y billboards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5080E-B2C4-470A-8452-A250F603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A8358-F38B-4842-A837-4210B12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4210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Optimización: frustum, Octree y métricas</a:t>
            </a:r>
          </a:p>
        </p:txBody>
      </p:sp>
    </p:spTree>
    <p:extLst>
      <p:ext uri="{BB962C8B-B14F-4D97-AF65-F5344CB8AC3E}">
        <p14:creationId xmlns:p14="http://schemas.microsoft.com/office/powerpoint/2010/main" val="20033087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7FEF0-3225-4393-A02F-8FA2D11C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BaseApp coordina datos, actualización y render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E5C6D-251D-4B7D-946F-B8FC50A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2238375" y="27622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5048250" y="27622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7858125" y="27622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A3EBF-A8A6-422A-9295-66C069E8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5E38B-FD89-44D8-9A92-4A4A20AE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58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GUI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solicitudes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ACB5D-F3C7-49AB-A557-0D86EC96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17621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B8FC2-D46C-42CE-959D-0138D43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15335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BaseApp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81C1F-2DE5-4C9C-AD91-468F9CF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38375"/>
            <a:ext cx="1762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951E5-FF10-4FA8-826D-C3EC26D7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33625"/>
            <a:ext cx="1533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Actores +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3A643-51DC-4EA6-9FC9-6F0F949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3837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B060B-E1E7-4D6B-B238-00AB31FD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33625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RenderScene +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subsistemas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6A651-3E6E-452F-800C-B8F671FF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 GUI publica intenciones. BaseApp conserva la propiedad de Device, escena, cámara, audio y pipeline.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5505B-00E5-4425-AE81-5D26C5F2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4EAE7-DD54-46C2-9AF0-91ECE5D3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578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update(deltaTime)  -&gt;  culling  -&gt;  render  -&gt;  GUI  -&gt;  Present</a:t>
            </a:r>
          </a:p>
        </p:txBody>
      </p:sp>
    </p:spTree>
    <p:extLst>
      <p:ext uri="{BB962C8B-B14F-4D97-AF65-F5344CB8AC3E}">
        <p14:creationId xmlns:p14="http://schemas.microsoft.com/office/powerpoint/2010/main" val="4764491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35993-2DAE-4C48-8065-C2C66D03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Play/Stop separa edición y ejecución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B4972-D045-48BB-B49A-D93FE1E2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2333625" y="2667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5143500" y="2667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7953375" y="2667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CA03B-C8D2-4137-A922-65D1DAA6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E66B1-A0B1-4540-BB12-90255DAA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Estado editable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B5C73-1436-4DFF-ADF2-A3C8DCB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907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4AA99-C1FE-402C-9C6B-68D08B26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860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Captura TRS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268DB-F059-45B7-B996-50116803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B8047-1D95-4BAE-9D15-B97CD2CD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86000"/>
            <a:ext cx="1581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Runtime 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70FE9-414A-4FD7-B84D-F90A89EF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BD5F0-B83C-44E2-A3D8-DCA1E856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86000"/>
            <a:ext cx="186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Stop: restaurar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5C8C5-2B29-47C0-A928-A3E20F76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42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510B2-B72D-47BF-A1CB-8767590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504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position += velocity * deltaTime;</a:t>
            </a:r>
          </a:p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rotation += angularVelocity * deltaTime;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B6050-05A5-4A80-BB5B-DD1613C8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E2441-679A-4955-9621-86F76FFC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81425"/>
            <a:ext cx="4591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 activa RuntimeBehaviorComponent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F321E-7DA3-4C06-97DB-D8DADC3D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EB735-6509-4F2B-992C-B3FFE88E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00550"/>
            <a:ext cx="4591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 recupera posición, rotación y escala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3A8D9-E25C-41D4-8843-5B5E1C39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95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436D4-FF3C-4774-9D72-B6496D0E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19675"/>
            <a:ext cx="4591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deltaTime elimina dependencia directa de FPS</a:t>
            </a:r>
          </a:p>
        </p:txBody>
      </p:sp>
    </p:spTree>
    <p:extLst>
      <p:ext uri="{BB962C8B-B14F-4D97-AF65-F5344CB8AC3E}">
        <p14:creationId xmlns:p14="http://schemas.microsoft.com/office/powerpoint/2010/main" val="3183574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66F0C-6785-4C48-8948-265E2F47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2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Play/Stop cumple por estado, tiempo y restauración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1CAF9-8AF7-4492-AD95-FFBD238C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693A2-4B92-4647-BE36-6B06C93F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Decisión técnica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817C5-7029-44EF-8366-4BB671DC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 captura permanece en memoria porque su uso es temporal; el archivo de escena se reserva para persistencia permanente.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19247-C12D-4675-A734-56BC4825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Criterio verificable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82474-B055-4D22-AE13-F584AC78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A8564-4CEC-4F27-83D5-3B2A4E3E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4686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 inicia la lógica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F8045-0DBB-4706-AD15-4D01BFAE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0E04B-BCB0-42A9-9727-AE249AB7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4686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 restaura el estado capturado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946C1-8D3B-430C-961D-BB4F1F8A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A4F23-630D-4886-AEE5-A673222D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4686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 simulación usa unidades por segundo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41910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7245F-5078-473B-88D0-EA7D4CE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Pregunta: ¿es Lua o C#?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8CDB7-D50F-4E45-B7E9-25D6E489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No. El concepto de scripting se implementó con componentes runtime nativos en C++; no se integró una máquina virtual externa.</a:t>
            </a:r>
          </a:p>
        </p:txBody>
      </p:sp>
    </p:spTree>
    <p:extLst>
      <p:ext uri="{BB962C8B-B14F-4D97-AF65-F5344CB8AC3E}">
        <p14:creationId xmlns:p14="http://schemas.microsoft.com/office/powerpoint/2010/main" val="9396757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AD00B-CAC6-4AA2-B2EB-04C923A5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Audio separa el servicio global de cada fuente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5D320-9D1B-4388-BD53-131F616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3714750" y="2857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7000875" y="2857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306EA-A97B-4BBE-89BC-C2D9C68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C8A8F-9B15-4838-A089-164B280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28875"/>
            <a:ext cx="2533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Cámara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listener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4E080-330D-4ABC-9A8F-CA9A1CE1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43125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80E1C-BAA9-47D7-B6FF-501D4C60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38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AudioSystem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DirectXTK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FBC48-F71A-4677-8AFE-55B0ED7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BD197-2B30-4079-AA75-F847CF56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28875"/>
            <a:ext cx="2533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AudioSourceComponent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emisor + Transform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B2F5D-5772-4DDB-BC65-9BF84665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35E72-A672-4573-811F-91D1AD67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91000"/>
            <a:ext cx="849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Sistema global: motor, listener y volumen maestro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363DB-A832-46A7-8227-FE990DCB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5EAA6-4240-487E-9C42-DE2279B5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81550"/>
            <a:ext cx="849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Componente: WAV, volumen, pitch, loop y distancias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6511F-D0F8-4F7A-B186-795921A7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A54CB-D3FB-4FA9-AD99-0D89618C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72100"/>
            <a:ext cx="849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 del actor define la posición espacial</a:t>
            </a:r>
          </a:p>
        </p:txBody>
      </p:sp>
    </p:spTree>
    <p:extLst>
      <p:ext uri="{BB962C8B-B14F-4D97-AF65-F5344CB8AC3E}">
        <p14:creationId xmlns:p14="http://schemas.microsoft.com/office/powerpoint/2010/main" val="13774422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2B230-865B-4815-BCA2-F694BE00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 posición relativa controla la experiencia sonora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F4D9A-8660-46AD-8A51-0DDEE019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E5021-BBD0-42E1-BE16-8D09634C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238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77919-4873-4452-A0E6-4D7B9DE2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4857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difference = sourcePosition - listenerPosition;</a:t>
            </a:r>
          </a:p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distance   = length(difference);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03E37-0A2B-4ACA-911D-33E6C5D2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Atenuación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687E3-E3CE-4E04-97C2-21276717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19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A8773-D976-46A4-B63E-85B15808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43125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Antes de Min Distance: intensidad alta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7D9D7-08AB-4083-B68A-6C8B5D2D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90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30E0F-F4CE-4129-AC0B-8D7385FD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14625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Entre Min y Max: atenuación progresiva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D416D-1923-4EF3-8E56-95097E40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62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B092B-6639-4E45-A8F2-D9446EC1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86125"/>
            <a:ext cx="449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Después de Max: contribución mínima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376237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71DD4-6835-421A-A7B6-FC3F10A9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Persistencia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E13F5-043D-4872-950D-20E30F4C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533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Ruta WAV · volumen · pitch · Spatial 3D · loop · mute · activación · distancias mínima y máxima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70942-1F84-4F28-B1FC-9FCBBE6B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Respuesta técnica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57D12-5F82-4421-A5BA-11665399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Cumple fuente + listener + atenuación espacial. No pretende sustituir FMOD/Wwise ni incluye reverb u oclusión acústica.</a:t>
            </a:r>
          </a:p>
        </p:txBody>
      </p:sp>
    </p:spTree>
    <p:extLst>
      <p:ext uri="{BB962C8B-B14F-4D97-AF65-F5344CB8AC3E}">
        <p14:creationId xmlns:p14="http://schemas.microsoft.com/office/powerpoint/2010/main" val="4224033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FB7CB-3328-48B4-96C6-7BAA3E65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Partículas integra ECS, CPU, GPU y editor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D13AD-BFFA-45C3-911A-C3146711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2190750" y="2762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4810125" y="2762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7429500" y="2762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B254F-0E73-43BD-99B3-4B92D09D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762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F1E08-FC2F-4D3B-84D5-ED6BCECD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533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GUI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58E2E-B09C-48BD-9D90-9F7609BF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86000"/>
            <a:ext cx="1762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811B7-29D4-4A1A-90DB-98320379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81250"/>
            <a:ext cx="1533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Actor + 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2895E-92EA-431C-87A3-98B14218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86000"/>
            <a:ext cx="1762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B26FD-9033-4EE6-8E1F-0C4E0772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1533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0B4C8-595C-4075-8973-0A2307D6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860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0F043-FC14-4CDB-9ADB-0261CC07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81250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D3D11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billboards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769FB-A1FF-42B1-8742-384F4E81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952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ParticleEmitterSettings concentra configuración serializable; cada Particle conserva solamente posición, velocidad, edad y lifetime.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93718-C5FD-41B4-B683-0BEAC40D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1D881-B5D1-4AD2-B10B-8F181D86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625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Particle { position, velocity, age, lifetime }</a:t>
            </a:r>
          </a:p>
        </p:txBody>
      </p:sp>
    </p:spTree>
    <p:extLst>
      <p:ext uri="{BB962C8B-B14F-4D97-AF65-F5344CB8AC3E}">
        <p14:creationId xmlns:p14="http://schemas.microsoft.com/office/powerpoint/2010/main" val="8940531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51060-52BA-49CB-B57B-1CB72B5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Cuatro formas comparten la misma simulación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06366-8798-4843-A2A5-6E3EC08C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E9CC8-5973-40A5-BC05-9A13D658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AFC94-6E63-4B34-8D66-B01518FF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Origen + dispersión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3673F-1FD9-46A4-A074-997152CF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AD516-9425-4913-B4BB-CD85A67D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38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Aleatorio dentro de extents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28A7D-0A4A-4A3B-918D-6A7832E9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SPHERE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D07E2-37D5-4CD8-B84C-210E0CA5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38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Volumen + dirección radial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AEE7D-D1F9-4F9E-93E2-B6EA70B1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A8903-1799-43D6-AC76-904B19E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tangente + ángulo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A0A13-F2C2-4C7E-8F74-09145D5E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914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60508-EF8B-4EEE-A1CB-F67AFBB8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43325"/>
            <a:ext cx="876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speed    = lerp(minSpeed, maxSpeed, random);</a:t>
            </a:r>
          </a:p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velocity = direction * speed;</a:t>
            </a:r>
          </a:p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velocity += gravity * deltaTime;</a:t>
            </a:r>
          </a:p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position += velocity * deltaTime;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FA151-6369-4069-9722-F3F2988A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Límite de seguridad: 1024 partículas vivas</a:t>
            </a:r>
          </a:p>
        </p:txBody>
      </p:sp>
    </p:spTree>
    <p:extLst>
      <p:ext uri="{BB962C8B-B14F-4D97-AF65-F5344CB8AC3E}">
        <p14:creationId xmlns:p14="http://schemas.microsoft.com/office/powerpoint/2010/main" val="3623583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2F640-7192-4FB8-8E74-E0DD3DBA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Billboards dinámicos conectan CPU y DirectX 11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E7D6F-E976-412E-9147-EADC9871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2571750" y="2476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5619750" y="2476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8667750" y="2476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769CE-0BE9-403A-B0D0-895E5CFD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E0360-98D4-4BC7-A942-9965E1C6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914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 vértices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por partícula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CE520-9B71-416B-9824-148A5989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047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81B2C-F700-420C-BC04-4E185D60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95500"/>
            <a:ext cx="18192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Map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WRITE_DISCARD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B2297-4AC2-4046-8AB5-6DA64F80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047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ABD5B-F2ED-4174-A97E-B78609FB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18192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Particle.hlsl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ViewProjection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7F569-7DFC-44E0-9D11-5C6DFD02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3C766-8CA2-4E3C-B288-B59BB00F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95500"/>
            <a:ext cx="1771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Draw +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Blend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9F1DB-57AC-4D63-8D70-81B35D8A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71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F044E-6AD4-40FB-9CAE-961414C3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world = center + cameraRight * corner.x * size</a:t>
            </a:r>
          </a:p>
          <a:p xmlns:a="http://schemas.openxmlformats.org/drawingml/2006/main">
            <a:pPr algn="l">
              <a:defRPr sz="1425" b="0">
                <a:solidFill>
                  <a:srgbClr val="D9F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F1FF"/>
                </a:solidFill>
                <a:latin typeface="Consolas"/>
                <a:ea typeface="Consolas"/>
                <a:cs typeface="Consolas"/>
              </a:rPr>
              <a:t>               + cameraUp    * corner.y * size;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E3835-7307-432E-8EC5-BD8A9E74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19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840A3-0B4D-4902-BAB2-F08A7198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48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Fuego, energía y chispas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C03AC-1583-4E62-A094-A3E9FFFA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14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Alpha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AF37A-A7CC-4BF6-86A7-C136BD5D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Humo, lluvia y polvo</a:t>
            </a:r>
          </a:p>
        </p:txBody>
      </p:sp>
    </p:spTree>
    <p:extLst>
      <p:ext uri="{BB962C8B-B14F-4D97-AF65-F5344CB8AC3E}">
        <p14:creationId xmlns:p14="http://schemas.microsoft.com/office/powerpoint/2010/main" val="15317516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16ED7-E3B8-4E34-AF02-8C55A722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7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Presets y escena v3 convierten el emisor en herramienta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053C8-3945-4A08-99FD-108AE122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365dc2f374f57"/>
          <a:srcRect xmlns:a="http://schemas.openxmlformats.org/drawingml/2006/main" l="31097" t="0" r="31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6286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CAB17-1942-4F57-B8C6-B0D29D98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CCDFA-74C8-4FB0-B99B-44C4A521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19250"/>
            <a:ext cx="4162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Fire: Point + Continuous + Additive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F7C56-EF5E-4FB2-8B66-B6021E2F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3D219-6E25-4A22-9E9C-94402EC1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4162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Smoke: Sphere + Alpha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D247C-A00C-42B4-8BAB-B73888DD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486FD-2016-433E-AB18-FDB4DDD5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4162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Sparks: Cone + Burst + gravedad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2EED4-4B41-458C-8690-4250399A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F9293-4F10-4F83-A0BD-060557A1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4162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Rain: Box + caída continua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11672-27C2-4F25-A7D1-C58B4880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44913-DE2B-4637-9526-7C963D5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86250"/>
            <a:ext cx="4162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Escenas v1, v2 y v3 siguen cargando</a:t>
            </a:r>
          </a:p>
        </p:txBody>
      </p:sp>
    </p:spTree>
    <p:extLst>
      <p:ext uri="{BB962C8B-B14F-4D97-AF65-F5344CB8AC3E}">
        <p14:creationId xmlns:p14="http://schemas.microsoft.com/office/powerpoint/2010/main" val="11522498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1AA04-AC89-4926-8126-64AE505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Frustum y Octree eliminan trabajo antes del Draw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DACE0-BCE1-4CD9-BA1B-3663A679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2381250" y="26670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5191125" y="26670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8001000" y="26670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2F5A2-922E-4DEA-BF07-58B6B16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952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BDB3A-E4DD-4A8C-A607-D080342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7240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RenderObjects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AABB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AB0DF-2227-4E4C-BD67-4DCE19A1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43125"/>
            <a:ext cx="1857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55E68-E33C-47F8-9320-2BA4072D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38375"/>
            <a:ext cx="16287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Octree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particiona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C0769-85D8-448D-B72D-B2294068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1857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EEBE3-468C-46C0-A701-C0F152CF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38375"/>
            <a:ext cx="16287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Frustum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099B9-BB0B-4E44-B09E-FC36F27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431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9EA21-F438-48F1-A0EF-2A152348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38375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Solo visibles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 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B976C-B875-4597-8B9D-34B99D85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59658-6599-4B91-BA01-AEF2406A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00500"/>
            <a:ext cx="925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Las ocho esquinas del AABB se transforman a mundo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55ED2-FBBA-4602-87F0-B060EF3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4471C-B8DC-4DCF-9BB3-5BDB30E2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925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 nodo fuera del frustum descarta toda su región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35126-AE5D-42C6-883F-AEF84A3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C43FC-B74F-4D08-B196-C41FEA51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9700"/>
            <a:ext cx="925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 objeto descartado no llega a DrawIndexed</a:t>
            </a:r>
          </a:p>
        </p:txBody>
      </p:sp>
    </p:spTree>
    <p:extLst>
      <p:ext uri="{BB962C8B-B14F-4D97-AF65-F5344CB8AC3E}">
        <p14:creationId xmlns:p14="http://schemas.microsoft.com/office/powerpoint/2010/main" val="7109264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65802-A12D-4646-92DA-6424C1B7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profiler vuelve observable la optimización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E68C6-1252-40EF-92F3-1396A28F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9bd7809e04029"/>
          <a:srcRect xmlns:a="http://schemas.openxmlformats.org/drawingml/2006/main" l="12137" t="0" r="121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6667500" cy="4143375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015EE-53C6-4E9F-8B56-E56A81B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Métricas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912D4-D176-4F25-BA86-1319D74E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FCD9-A699-4B11-AF31-D3A89E43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383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FPS y frame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534FD-C8A1-4E4F-96B9-AF06CCFE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AAED0-2A9E-431E-A140-672374EA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908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Draw 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C4F10-A5C0-4230-955D-E0C22DD1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19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AAA2E-711F-450D-A92E-BB3AE8D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432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Objetos totales y visibles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E8828-08E3-45AF-9833-CD1330D9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0B69D-A332-4B3B-BEFB-42810A57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957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Frustum culled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1ABF6-29F8-49A7-ABB9-7AD153C9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34A1A-98C8-4575-809E-4DF5AC23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481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Nodos del Octree</a:t>
            </a:r>
          </a:p>
        </p:txBody>
      </p:sp>
    </p:spTree>
    <p:extLst>
      <p:ext uri="{BB962C8B-B14F-4D97-AF65-F5344CB8AC3E}">
        <p14:creationId xmlns:p14="http://schemas.microsoft.com/office/powerpoint/2010/main" val="7711105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DEBD2C-B370-4409-97DF-1FA93B44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herramienta tiene evidencia verificable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CA968-FC3D-4F91-9CD6-4AD90C0A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89213-BAE9-4741-91F2-81E3ECF8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92D59-620E-40E7-85DE-7586F34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Herramienta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5B5D2-F51E-4289-A989-C5994E1D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6687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FFF6-5AB1-4794-8371-6214ED8D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907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Núcleo técnico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B5724-F616-4AE0-BBBD-DA8C40AA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6687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6F217-DEF8-4BF0-B71A-3BD665D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Demostración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19EB5-BA76-45FD-B988-FE8FBB89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66875"/>
            <a:ext cx="1866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DF2DC-75BC-44B7-A1A8-D377A533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7907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5E0A6-E7A2-4FC4-A6C1-F8498CC2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7172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57BC1-8507-4222-8E16-262EC3D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Play/Stop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38794-8192-443C-9C29-9A02F70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7172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43B7E-5FC2-4DA2-850A-B770A879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955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Captura TRS + deltaTime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C264C-EE74-4CFF-A288-60842C89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7172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E2D13-2DC5-4A3C-901C-FC4C450D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Mover y restaurar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B1933-0FD3-49BF-BB11-5FD73F35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71725"/>
            <a:ext cx="1866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0BCB7-7D75-485E-ACFA-55DDEF83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955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7676A-36BB-48C5-879B-AEA67549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65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11EE4-B0E9-4584-AB2D-1EBADC4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Audio 3D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ECF9C-1A7B-42BE-83FE-D288E7A4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7657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CC6B2-ED29-4B5E-AD08-AB1D00B7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004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Fuente + listener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8A9A1-0CFD-4A1D-AA65-CD50E1C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7657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6614C-230B-49E2-BA1E-DB0BDD2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Alejar cámara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C7E73-CDB4-4E75-98D3-594416BA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76575"/>
            <a:ext cx="1866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8A46CE-596A-4B39-8DBE-DCF321B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004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DD631-AB4A-4125-B94D-3B5C1EBF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B0802C-BB24-4531-880C-A0A854DB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Partículas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0E1DCA-0FBC-4918-84BB-5CA1E86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8142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92531D-9EF3-4C52-BB56-01707FFA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052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CPU + billboard + blend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1D74B9-3081-441C-AFAB-35FEDCDF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D49005-205F-4323-9700-407FE86F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Presets y Burst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E9A25E-CAF6-4738-AA5B-77ACFC45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81425"/>
            <a:ext cx="1866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ACC559-E3EB-4F01-8B1F-6205B52A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052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1FA0F8-7BBE-465C-988D-05C910E9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37E1F0-9DB4-41EF-B789-C9503540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Culling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1D0CEF-A7D2-47D1-8148-43FBC9BB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8627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EBA241-CD8D-4D43-AED9-94F3E11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101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AABB + Octree + frustum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F85932-EE1D-4861-A154-E26F9B9B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86275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537300-97E1-4C17-B98D-E854312F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Visible vs culled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507BA4-665C-4CDF-80EB-1D125FA2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86275"/>
            <a:ext cx="1866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05E681-457C-4E56-9F12-BEFEB1E6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6101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1EDF09-BF43-4E8D-9903-45E8E85D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 alcance seleccionado está completo; no se afirma equivalencia con middleware o motores comerciales.</a:t>
            </a:r>
          </a:p>
        </p:txBody>
      </p:sp>
    </p:spTree>
    <p:extLst>
      <p:ext uri="{BB962C8B-B14F-4D97-AF65-F5344CB8AC3E}">
        <p14:creationId xmlns:p14="http://schemas.microsoft.com/office/powerpoint/2010/main" val="153372204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68D7E-1FC0-4C9E-8976-4BE2FD39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56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Preguntas técnicas que conviene responder con precisión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F1806-0BAC-4F8D-A5D2-D1E2D4F5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F3FCE-06C6-466D-B186-40DF84C3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¿Lua/C#?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8D75F-59FE-43CF-BA8F-CF391467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Comportamientos nativos C++; sin VM externa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220027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133AF-C22A-46FD-9216-5FA21C06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479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¿Audio profesional?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1C9C5-C09A-421F-AB23-E7540007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Núcleo 3D sobre DirectXTK; no FMOD/Wwise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307657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2FD56-78B4-405A-9581-511A053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¿Partículas GPU?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66D9C-2665-42DC-851D-7FAB9DD3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242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CPU hasta 1024; GPU sería la siguiente escala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395287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E8D6F-F840-4304-9856-DF9AA5F2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00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¿Curvas avanzadas?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A2B71-15E9-4370-BF8E-59F04E21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005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Interpolación lineal por vida normalizada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482917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09921-DE02-4143-BDE8-4C998C73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768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¿Occlusion culling?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AAB75-10B9-4C09-B3C7-17CDF091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768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No; frustum + partición espacial</a:t>
            </a:r>
          </a:p>
        </p:txBody>
      </p:sp>
    </p:spTree>
    <p:extLst>
      <p:ext uri="{BB962C8B-B14F-4D97-AF65-F5344CB8AC3E}">
        <p14:creationId xmlns:p14="http://schemas.microsoft.com/office/powerpoint/2010/main" val="21431355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BCCB8-D66E-4C07-B9C7-4AE756D0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2E4F-EBEE-49A4-9F13-6B758DC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Cuatro sistemas completos,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conectados al mismo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244C9-CD28-448B-BB2A-529C3A1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Runtime · sonido · VFX · optimización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3734D-5C82-46A3-AEDB-C2E88979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7809D-8149-4BEE-AD97-BE2C0BE7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Código propio: 71/71 headers documentados · Doxygen 0 warnings · compilación 0 errores</a:t>
            </a:r>
          </a:p>
        </p:txBody>
      </p:sp>
    </p:spTree>
    <p:extLst>
      <p:ext uri="{BB962C8B-B14F-4D97-AF65-F5344CB8AC3E}">
        <p14:creationId xmlns:p14="http://schemas.microsoft.com/office/powerpoint/2010/main" val="11409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2026-08-10T16:51:07.8410000Z</dcterms:created>
  <dcterms:modified xsi:type="dcterms:W3CDTF">2026-08-10T16:51:07.8410000Z</dcterms:modified>
</coreProperties>
</file>